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B6D4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73152" cy="2926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FOR BEGINNERS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New Role as an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 Manager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1: From AI Worker to AI Architect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45920"/>
            <a:ext cx="109728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Being a Digital Courier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88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copy-pasting into chat boxes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just faster grunt work.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377440"/>
            <a:ext cx="64008" cy="2011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51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Doing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30175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from one system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it manually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another chat/app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hour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23774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2377440"/>
            <a:ext cx="64008" cy="2011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6517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Should Be Doing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029200" y="30175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events (email, webhook)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automatically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results to the right place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its own, 24/7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AI Worker to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Architect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46888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6032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34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individual prompts. One task at a time. You're still in the loop.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2560320"/>
            <a:ext cx="246888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56032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Architect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0332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automated workflows. Builds systems that run independently. Sets the rules.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2560320"/>
            <a:ext cx="246888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256032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34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Orchestrator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9224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multiple agents. Manages handoffs. Monitors and adapts in real time.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097280" y="4846320"/>
            <a:ext cx="740664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59436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impact 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Three-Question Blueprint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automated system answers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three questions: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77440"/>
            <a:ext cx="256032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triggers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arrives. Form submits. Timer fires. Webhook hits.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377440"/>
            <a:ext cx="25603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49040" y="3108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logic processes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decides. Rules filter. Code transforms. API enriches.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37744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3108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final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go?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message. Email reply. Sheet update. API call.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THREE-QUESTION BLUEPRINT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Flow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2860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228600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331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email in inbox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0" y="2560320"/>
            <a:ext cx="457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566160" y="1645920"/>
            <a:ext cx="22860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645920"/>
            <a:ext cx="228600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745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840480" y="2331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&amp; classifies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filter by content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transformed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09360" y="2560320"/>
            <a:ext cx="4572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492240" y="1645920"/>
            <a:ext cx="22860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1645920"/>
            <a:ext cx="2286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745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766560" y="2331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Slack notification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Google Sheet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calendar event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0"/>
          <p:cNvSpPr/>
          <p:nvPr/>
        </p:nvSpPr>
        <p:spPr>
          <a:xfrm>
            <a:off x="640080" y="39319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Every automation you build will answer these three questions. Write them down before you write a single line of code.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SKILL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Before You Build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diagram a manual workplace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on the n8n canvas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801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connecting any software.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560320"/>
            <a:ext cx="64008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633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Identify one repetitive task you do daily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291840"/>
            <a:ext cx="64008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364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Map it as Trigger → Logic → Action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02336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4023360"/>
            <a:ext cx="64008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096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Draw it on the n8n canvas with empty nodes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12080" y="1097280"/>
            <a:ext cx="347472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12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Canvas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1737360"/>
            <a:ext cx="2743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7"/>
          <p:cNvSpPr/>
          <p:nvPr/>
        </p:nvSpPr>
        <p:spPr>
          <a:xfrm>
            <a:off x="5577840" y="1737360"/>
            <a:ext cx="54864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New Email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49440" y="2240280"/>
            <a:ext cx="0" cy="22860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2514600"/>
            <a:ext cx="2743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1"/>
          <p:cNvSpPr/>
          <p:nvPr/>
        </p:nvSpPr>
        <p:spPr>
          <a:xfrm>
            <a:off x="5577840" y="251460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AI Classify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49440" y="301752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77840" y="3291840"/>
            <a:ext cx="2743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5"/>
          <p:cNvSpPr/>
          <p:nvPr/>
        </p:nvSpPr>
        <p:spPr>
          <a:xfrm>
            <a:off x="5577840" y="32918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Slack Message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Thinking Like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Architect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194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automate, ask the three questions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the workflow before writing any code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291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value is in designing systems, not running errands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7"/>
          <p:cNvSpPr/>
          <p:nvPr/>
        </p:nvSpPr>
        <p:spPr>
          <a:xfrm>
            <a:off x="640080" y="3749040"/>
            <a:ext cx="78638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862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38404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this week: identify ONE bottleneck and draw it on n8n. Just the blueprint — no connectors yet.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Your New Role as an Automation Manager</dc:title>
  <dc:subject>PptxGenJS Presentation</dc:subject>
  <dc:creator>AI Agents for Beginners</dc:creator>
  <cp:lastModifiedBy>AI Agents for Beginners</cp:lastModifiedBy>
  <cp:revision>1</cp:revision>
  <dcterms:created xsi:type="dcterms:W3CDTF">2026-06-28T18:09:15Z</dcterms:created>
  <dcterms:modified xsi:type="dcterms:W3CDTF">2026-06-28T18:09:15Z</dcterms:modified>
</cp:coreProperties>
</file>